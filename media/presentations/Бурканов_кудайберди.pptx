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1"/>
  </p:sldMasterIdLst>
  <p:notesMasterIdLst>
    <p:notesMasterId r:id="rId7"/>
  </p:notesMasterIdLst>
  <p:handoutMasterIdLst>
    <p:handoutMasterId r:id="rId8"/>
  </p:handoutMasterIdLst>
  <p:sldIdLst>
    <p:sldId id="256" r:id="rId2"/>
    <p:sldId id="258" r:id="rId3"/>
    <p:sldId id="259" r:id="rId4"/>
    <p:sldId id="262" r:id="rId5"/>
    <p:sldId id="260" r:id="rId6"/>
  </p:sldIdLst>
  <p:sldSz cx="12192000" cy="6858000"/>
  <p:notesSz cx="6858000" cy="9144000"/>
  <p:defaultTextStyle>
    <a:defPPr rtl="0">
      <a:defRPr lang="ru-RU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2" autoAdjust="0"/>
    <p:restoredTop sz="94648" autoAdjust="0"/>
  </p:normalViewPr>
  <p:slideViewPr>
    <p:cSldViewPr snapToGrid="0">
      <p:cViewPr varScale="1">
        <p:scale>
          <a:sx n="90" d="100"/>
          <a:sy n="90" d="100"/>
        </p:scale>
        <p:origin x="8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2" d="100"/>
          <a:sy n="82" d="100"/>
        </p:scale>
        <p:origin x="320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ydash1212 kydaiberdi" userId="8b303550dabefc0f" providerId="LiveId" clId="{03DDFBAE-E799-4B9C-9207-1163381A1E6B}"/>
    <pc:docChg chg="undo custSel addSld delSld modSld sldOrd">
      <pc:chgData name="kydash1212 kydaiberdi" userId="8b303550dabefc0f" providerId="LiveId" clId="{03DDFBAE-E799-4B9C-9207-1163381A1E6B}" dt="2026-02-25T08:08:31.592" v="1425" actId="1440"/>
      <pc:docMkLst>
        <pc:docMk/>
      </pc:docMkLst>
      <pc:sldChg chg="addSp delSp modSp mod">
        <pc:chgData name="kydash1212 kydaiberdi" userId="8b303550dabefc0f" providerId="LiveId" clId="{03DDFBAE-E799-4B9C-9207-1163381A1E6B}" dt="2026-02-25T07:59:04.497" v="1398" actId="1440"/>
        <pc:sldMkLst>
          <pc:docMk/>
          <pc:sldMk cId="497607547" sldId="258"/>
        </pc:sldMkLst>
        <pc:spChg chg="mod">
          <ac:chgData name="kydash1212 kydaiberdi" userId="8b303550dabefc0f" providerId="LiveId" clId="{03DDFBAE-E799-4B9C-9207-1163381A1E6B}" dt="2026-02-25T07:25:07.111" v="476" actId="20577"/>
          <ac:spMkLst>
            <pc:docMk/>
            <pc:sldMk cId="497607547" sldId="258"/>
            <ac:spMk id="2" creationId="{921633EB-7DCB-4DDC-80AF-C885A3EE1245}"/>
          </ac:spMkLst>
        </pc:spChg>
        <pc:spChg chg="add del mod">
          <ac:chgData name="kydash1212 kydaiberdi" userId="8b303550dabefc0f" providerId="LiveId" clId="{03DDFBAE-E799-4B9C-9207-1163381A1E6B}" dt="2026-02-25T07:17:39.895" v="11" actId="21"/>
          <ac:spMkLst>
            <pc:docMk/>
            <pc:sldMk cId="497607547" sldId="258"/>
            <ac:spMk id="6" creationId="{C3D5E777-48EA-5E88-F4B4-8B449323CFDE}"/>
          </ac:spMkLst>
        </pc:spChg>
        <pc:spChg chg="add mod">
          <ac:chgData name="kydash1212 kydaiberdi" userId="8b303550dabefc0f" providerId="LiveId" clId="{03DDFBAE-E799-4B9C-9207-1163381A1E6B}" dt="2026-02-25T07:27:37.134" v="585" actId="20577"/>
          <ac:spMkLst>
            <pc:docMk/>
            <pc:sldMk cId="497607547" sldId="258"/>
            <ac:spMk id="8" creationId="{07A3A7EB-9148-76BF-B44D-369266F8C61B}"/>
          </ac:spMkLst>
        </pc:spChg>
        <pc:spChg chg="add del mod">
          <ac:chgData name="kydash1212 kydaiberdi" userId="8b303550dabefc0f" providerId="LiveId" clId="{03DDFBAE-E799-4B9C-9207-1163381A1E6B}" dt="2026-02-25T07:18:28.292" v="19" actId="21"/>
          <ac:spMkLst>
            <pc:docMk/>
            <pc:sldMk cId="497607547" sldId="258"/>
            <ac:spMk id="10" creationId="{5B60BF7A-0C9F-56AE-360C-2548299F579B}"/>
          </ac:spMkLst>
        </pc:spChg>
        <pc:spChg chg="add del mod">
          <ac:chgData name="kydash1212 kydaiberdi" userId="8b303550dabefc0f" providerId="LiveId" clId="{03DDFBAE-E799-4B9C-9207-1163381A1E6B}" dt="2026-02-25T07:20:05.591" v="30" actId="478"/>
          <ac:spMkLst>
            <pc:docMk/>
            <pc:sldMk cId="497607547" sldId="258"/>
            <ac:spMk id="12" creationId="{BA3FDD6D-2F63-7289-C357-A291304FAEE7}"/>
          </ac:spMkLst>
        </pc:spChg>
        <pc:spChg chg="add mod">
          <ac:chgData name="kydash1212 kydaiberdi" userId="8b303550dabefc0f" providerId="LiveId" clId="{03DDFBAE-E799-4B9C-9207-1163381A1E6B}" dt="2026-02-25T07:23:44.230" v="371" actId="20577"/>
          <ac:spMkLst>
            <pc:docMk/>
            <pc:sldMk cId="497607547" sldId="258"/>
            <ac:spMk id="13" creationId="{6766E48B-3E01-D6F4-82EE-52F7526292BC}"/>
          </ac:spMkLst>
        </pc:spChg>
        <pc:picChg chg="add mod modCrop">
          <ac:chgData name="kydash1212 kydaiberdi" userId="8b303550dabefc0f" providerId="LiveId" clId="{03DDFBAE-E799-4B9C-9207-1163381A1E6B}" dt="2026-02-25T07:59:04.497" v="1398" actId="1440"/>
          <ac:picMkLst>
            <pc:docMk/>
            <pc:sldMk cId="497607547" sldId="258"/>
            <ac:picMk id="4" creationId="{14BDC123-E19B-67A5-7F85-527686AB6424}"/>
          </ac:picMkLst>
        </pc:picChg>
        <pc:picChg chg="del">
          <ac:chgData name="kydash1212 kydaiberdi" userId="8b303550dabefc0f" providerId="LiveId" clId="{03DDFBAE-E799-4B9C-9207-1163381A1E6B}" dt="2026-02-25T07:16:32.852" v="8" actId="478"/>
          <ac:picMkLst>
            <pc:docMk/>
            <pc:sldMk cId="497607547" sldId="258"/>
            <ac:picMk id="11" creationId="{47D9BE16-119C-43B2-9AE6-18C4A150C0EF}"/>
          </ac:picMkLst>
        </pc:picChg>
        <pc:picChg chg="del">
          <ac:chgData name="kydash1212 kydaiberdi" userId="8b303550dabefc0f" providerId="LiveId" clId="{03DDFBAE-E799-4B9C-9207-1163381A1E6B}" dt="2026-02-25T07:18:23.034" v="18" actId="21"/>
          <ac:picMkLst>
            <pc:docMk/>
            <pc:sldMk cId="497607547" sldId="258"/>
            <ac:picMk id="18" creationId="{BFEA8EC1-23A4-4843-A9C3-AE771D73392A}"/>
          </ac:picMkLst>
        </pc:picChg>
      </pc:sldChg>
      <pc:sldChg chg="addSp delSp modSp mod modClrScheme delDesignElem chgLayout">
        <pc:chgData name="kydash1212 kydaiberdi" userId="8b303550dabefc0f" providerId="LiveId" clId="{03DDFBAE-E799-4B9C-9207-1163381A1E6B}" dt="2026-02-25T07:50:32.436" v="1288" actId="1076"/>
        <pc:sldMkLst>
          <pc:docMk/>
          <pc:sldMk cId="4209322005" sldId="259"/>
        </pc:sldMkLst>
        <pc:spChg chg="mod ord">
          <ac:chgData name="kydash1212 kydaiberdi" userId="8b303550dabefc0f" providerId="LiveId" clId="{03DDFBAE-E799-4B9C-9207-1163381A1E6B}" dt="2026-02-25T07:38:54.451" v="1115" actId="13926"/>
          <ac:spMkLst>
            <pc:docMk/>
            <pc:sldMk cId="4209322005" sldId="259"/>
            <ac:spMk id="2" creationId="{7F2616EE-270D-4F4C-BA1F-2708D387B800}"/>
          </ac:spMkLst>
        </pc:spChg>
        <pc:spChg chg="add del mod ord">
          <ac:chgData name="kydash1212 kydaiberdi" userId="8b303550dabefc0f" providerId="LiveId" clId="{03DDFBAE-E799-4B9C-9207-1163381A1E6B}" dt="2026-02-25T07:36:49.055" v="1107" actId="700"/>
          <ac:spMkLst>
            <pc:docMk/>
            <pc:sldMk cId="4209322005" sldId="259"/>
            <ac:spMk id="3" creationId="{6891EB50-43BD-C256-EABD-B924BB896954}"/>
          </ac:spMkLst>
        </pc:spChg>
        <pc:spChg chg="add mod ord">
          <ac:chgData name="kydash1212 kydaiberdi" userId="8b303550dabefc0f" providerId="LiveId" clId="{03DDFBAE-E799-4B9C-9207-1163381A1E6B}" dt="2026-02-25T07:40:42.998" v="1154" actId="207"/>
          <ac:spMkLst>
            <pc:docMk/>
            <pc:sldMk cId="4209322005" sldId="259"/>
            <ac:spMk id="4" creationId="{F7F8393A-1E10-F5F9-0D68-8418DCD7F4BE}"/>
          </ac:spMkLst>
        </pc:spChg>
        <pc:spChg chg="add del mod ord">
          <ac:chgData name="kydash1212 kydaiberdi" userId="8b303550dabefc0f" providerId="LiveId" clId="{03DDFBAE-E799-4B9C-9207-1163381A1E6B}" dt="2026-02-25T07:42:18.132" v="1167"/>
          <ac:spMkLst>
            <pc:docMk/>
            <pc:sldMk cId="4209322005" sldId="259"/>
            <ac:spMk id="5" creationId="{9381E82D-2F36-DFE3-E332-EFADD5DF09A8}"/>
          </ac:spMkLst>
        </pc:spChg>
        <pc:spChg chg="add del mod ord">
          <ac:chgData name="kydash1212 kydaiberdi" userId="8b303550dabefc0f" providerId="LiveId" clId="{03DDFBAE-E799-4B9C-9207-1163381A1E6B}" dt="2026-02-25T07:38:21.062" v="1114" actId="21"/>
          <ac:spMkLst>
            <pc:docMk/>
            <pc:sldMk cId="4209322005" sldId="259"/>
            <ac:spMk id="7" creationId="{1B86D81D-195F-F885-AC63-BC120485ED09}"/>
          </ac:spMkLst>
        </pc:spChg>
        <pc:spChg chg="add mod">
          <ac:chgData name="kydash1212 kydaiberdi" userId="8b303550dabefc0f" providerId="LiveId" clId="{03DDFBAE-E799-4B9C-9207-1163381A1E6B}" dt="2026-02-25T07:39:20.671" v="1117"/>
          <ac:spMkLst>
            <pc:docMk/>
            <pc:sldMk cId="4209322005" sldId="259"/>
            <ac:spMk id="9" creationId="{9A17F54E-FB2A-17C4-08B8-D796E64E91EB}"/>
          </ac:spMkLst>
        </pc:spChg>
        <pc:spChg chg="add mod ord">
          <ac:chgData name="kydash1212 kydaiberdi" userId="8b303550dabefc0f" providerId="LiveId" clId="{03DDFBAE-E799-4B9C-9207-1163381A1E6B}" dt="2026-02-25T07:39:58.572" v="1121" actId="1076"/>
          <ac:spMkLst>
            <pc:docMk/>
            <pc:sldMk cId="4209322005" sldId="259"/>
            <ac:spMk id="10" creationId="{D3BF3590-6C58-0A1E-8279-90F8055BACAD}"/>
          </ac:spMkLst>
        </pc:spChg>
        <pc:spChg chg="add mod ord">
          <ac:chgData name="kydash1212 kydaiberdi" userId="8b303550dabefc0f" providerId="LiveId" clId="{03DDFBAE-E799-4B9C-9207-1163381A1E6B}" dt="2026-02-25T07:42:11.300" v="1166" actId="14100"/>
          <ac:spMkLst>
            <pc:docMk/>
            <pc:sldMk cId="4209322005" sldId="259"/>
            <ac:spMk id="11" creationId="{277905DD-72BD-31AD-D2E6-4B7366D9CC5C}"/>
          </ac:spMkLst>
        </pc:spChg>
        <pc:spChg chg="add mod">
          <ac:chgData name="kydash1212 kydaiberdi" userId="8b303550dabefc0f" providerId="LiveId" clId="{03DDFBAE-E799-4B9C-9207-1163381A1E6B}" dt="2026-02-25T07:48:48.158" v="1231" actId="20577"/>
          <ac:spMkLst>
            <pc:docMk/>
            <pc:sldMk cId="4209322005" sldId="259"/>
            <ac:spMk id="12" creationId="{D45CC3C9-10D2-407D-6842-9E303AF1C83E}"/>
          </ac:spMkLst>
        </pc:spChg>
        <pc:spChg chg="add del">
          <ac:chgData name="kydash1212 kydaiberdi" userId="8b303550dabefc0f" providerId="LiveId" clId="{03DDFBAE-E799-4B9C-9207-1163381A1E6B}" dt="2026-02-25T07:37:12.538" v="1108" actId="700"/>
          <ac:spMkLst>
            <pc:docMk/>
            <pc:sldMk cId="4209322005" sldId="259"/>
            <ac:spMk id="13" creationId="{4AE9D071-98CF-435C-BD2B-976514544DC5}"/>
          </ac:spMkLst>
        </pc:spChg>
        <pc:grpChg chg="add del">
          <ac:chgData name="kydash1212 kydaiberdi" userId="8b303550dabefc0f" providerId="LiveId" clId="{03DDFBAE-E799-4B9C-9207-1163381A1E6B}" dt="2026-02-25T07:37:12.538" v="1108" actId="700"/>
          <ac:grpSpMkLst>
            <pc:docMk/>
            <pc:sldMk cId="4209322005" sldId="259"/>
            <ac:grpSpMk id="15" creationId="{D619FC33-16ED-4246-9596-BEFEB55E4CF6}"/>
          </ac:grpSpMkLst>
        </pc:grpChg>
        <pc:graphicFrameChg chg="mod ord modGraphic">
          <ac:chgData name="kydash1212 kydaiberdi" userId="8b303550dabefc0f" providerId="LiveId" clId="{03DDFBAE-E799-4B9C-9207-1163381A1E6B}" dt="2026-02-25T07:37:42.506" v="1110" actId="207"/>
          <ac:graphicFrameMkLst>
            <pc:docMk/>
            <pc:sldMk cId="4209322005" sldId="259"/>
            <ac:graphicFrameMk id="6" creationId="{BF629521-FFD2-45DA-9D1D-A5F09BD5A2D9}"/>
          </ac:graphicFrameMkLst>
        </pc:graphicFrameChg>
        <pc:picChg chg="mod ord">
          <ac:chgData name="kydash1212 kydaiberdi" userId="8b303550dabefc0f" providerId="LiveId" clId="{03DDFBAE-E799-4B9C-9207-1163381A1E6B}" dt="2026-02-25T07:41:40.622" v="1161" actId="167"/>
          <ac:picMkLst>
            <pc:docMk/>
            <pc:sldMk cId="4209322005" sldId="259"/>
            <ac:picMk id="8" creationId="{EA70616B-E344-4856-8DF9-707C26236613}"/>
          </ac:picMkLst>
        </pc:picChg>
        <pc:picChg chg="add mod">
          <ac:chgData name="kydash1212 kydaiberdi" userId="8b303550dabefc0f" providerId="LiveId" clId="{03DDFBAE-E799-4B9C-9207-1163381A1E6B}" dt="2026-02-25T07:50:32.436" v="1288" actId="1076"/>
          <ac:picMkLst>
            <pc:docMk/>
            <pc:sldMk cId="4209322005" sldId="259"/>
            <ac:picMk id="19" creationId="{21E0BE45-D87F-DAEE-0A3F-588382357AD3}"/>
          </ac:picMkLst>
        </pc:picChg>
      </pc:sldChg>
      <pc:sldChg chg="modSp mod">
        <pc:chgData name="kydash1212 kydaiberdi" userId="8b303550dabefc0f" providerId="LiveId" clId="{03DDFBAE-E799-4B9C-9207-1163381A1E6B}" dt="2026-02-25T08:03:15.300" v="1408" actId="20577"/>
        <pc:sldMkLst>
          <pc:docMk/>
          <pc:sldMk cId="3501347425" sldId="260"/>
        </pc:sldMkLst>
        <pc:spChg chg="mod">
          <ac:chgData name="kydash1212 kydaiberdi" userId="8b303550dabefc0f" providerId="LiveId" clId="{03DDFBAE-E799-4B9C-9207-1163381A1E6B}" dt="2026-02-25T08:03:15.300" v="1408" actId="20577"/>
          <ac:spMkLst>
            <pc:docMk/>
            <pc:sldMk cId="3501347425" sldId="260"/>
            <ac:spMk id="3" creationId="{A9CB511D-EA45-4336-847C-1252667143B5}"/>
          </ac:spMkLst>
        </pc:spChg>
      </pc:sldChg>
      <pc:sldChg chg="modSp del mod ord">
        <pc:chgData name="kydash1212 kydaiberdi" userId="8b303550dabefc0f" providerId="LiveId" clId="{03DDFBAE-E799-4B9C-9207-1163381A1E6B}" dt="2026-02-25T08:02:28.527" v="1406" actId="2696"/>
        <pc:sldMkLst>
          <pc:docMk/>
          <pc:sldMk cId="1703342593" sldId="261"/>
        </pc:sldMkLst>
        <pc:spChg chg="mod">
          <ac:chgData name="kydash1212 kydaiberdi" userId="8b303550dabefc0f" providerId="LiveId" clId="{03DDFBAE-E799-4B9C-9207-1163381A1E6B}" dt="2026-02-25T07:28:29.049" v="677" actId="20577"/>
          <ac:spMkLst>
            <pc:docMk/>
            <pc:sldMk cId="1703342593" sldId="261"/>
            <ac:spMk id="2" creationId="{5B040558-A365-4CCE-92FA-5A48CD98F9C9}"/>
          </ac:spMkLst>
        </pc:spChg>
      </pc:sldChg>
      <pc:sldChg chg="addSp delSp modSp new mod">
        <pc:chgData name="kydash1212 kydaiberdi" userId="8b303550dabefc0f" providerId="LiveId" clId="{03DDFBAE-E799-4B9C-9207-1163381A1E6B}" dt="2026-02-25T08:08:31.592" v="1425" actId="1440"/>
        <pc:sldMkLst>
          <pc:docMk/>
          <pc:sldMk cId="3193825089" sldId="262"/>
        </pc:sldMkLst>
        <pc:spChg chg="mod">
          <ac:chgData name="kydash1212 kydaiberdi" userId="8b303550dabefc0f" providerId="LiveId" clId="{03DDFBAE-E799-4B9C-9207-1163381A1E6B}" dt="2026-02-25T07:52:58.774" v="1333" actId="20577"/>
          <ac:spMkLst>
            <pc:docMk/>
            <pc:sldMk cId="3193825089" sldId="262"/>
            <ac:spMk id="2" creationId="{E580D42B-1AA0-FFEA-EEF5-F4D1EBA5B97D}"/>
          </ac:spMkLst>
        </pc:spChg>
        <pc:spChg chg="mod">
          <ac:chgData name="kydash1212 kydaiberdi" userId="8b303550dabefc0f" providerId="LiveId" clId="{03DDFBAE-E799-4B9C-9207-1163381A1E6B}" dt="2026-02-25T07:53:23.442" v="1379" actId="20577"/>
          <ac:spMkLst>
            <pc:docMk/>
            <pc:sldMk cId="3193825089" sldId="262"/>
            <ac:spMk id="3" creationId="{874FDAAB-7AF8-AF73-B37F-7223369A9714}"/>
          </ac:spMkLst>
        </pc:spChg>
        <pc:spChg chg="del">
          <ac:chgData name="kydash1212 kydaiberdi" userId="8b303550dabefc0f" providerId="LiveId" clId="{03DDFBAE-E799-4B9C-9207-1163381A1E6B}" dt="2026-02-25T07:53:35.965" v="1388" actId="22"/>
          <ac:spMkLst>
            <pc:docMk/>
            <pc:sldMk cId="3193825089" sldId="262"/>
            <ac:spMk id="4" creationId="{E6FFC467-FCAD-A65D-D92E-5121E0792E8C}"/>
          </ac:spMkLst>
        </pc:spChg>
        <pc:spChg chg="mod">
          <ac:chgData name="kydash1212 kydaiberdi" userId="8b303550dabefc0f" providerId="LiveId" clId="{03DDFBAE-E799-4B9C-9207-1163381A1E6B}" dt="2026-02-25T07:53:27.449" v="1387" actId="20577"/>
          <ac:spMkLst>
            <pc:docMk/>
            <pc:sldMk cId="3193825089" sldId="262"/>
            <ac:spMk id="5" creationId="{AF9D325A-8EF1-A9CD-AD1E-F0104939D9C9}"/>
          </ac:spMkLst>
        </pc:spChg>
        <pc:spChg chg="del">
          <ac:chgData name="kydash1212 kydaiberdi" userId="8b303550dabefc0f" providerId="LiveId" clId="{03DDFBAE-E799-4B9C-9207-1163381A1E6B}" dt="2026-02-25T08:03:52.280" v="1409" actId="22"/>
          <ac:spMkLst>
            <pc:docMk/>
            <pc:sldMk cId="3193825089" sldId="262"/>
            <ac:spMk id="6" creationId="{88413046-CED6-8350-C0DF-A43E3EB3D718}"/>
          </ac:spMkLst>
        </pc:spChg>
        <pc:spChg chg="add del mod">
          <ac:chgData name="kydash1212 kydaiberdi" userId="8b303550dabefc0f" providerId="LiveId" clId="{03DDFBAE-E799-4B9C-9207-1163381A1E6B}" dt="2026-02-25T07:58:42.292" v="1394" actId="22"/>
          <ac:spMkLst>
            <pc:docMk/>
            <pc:sldMk cId="3193825089" sldId="262"/>
            <ac:spMk id="10" creationId="{E1EB2060-5742-28CC-76D6-B916B71D0B68}"/>
          </ac:spMkLst>
        </pc:spChg>
        <pc:spChg chg="add del mod">
          <ac:chgData name="kydash1212 kydaiberdi" userId="8b303550dabefc0f" providerId="LiveId" clId="{03DDFBAE-E799-4B9C-9207-1163381A1E6B}" dt="2026-02-25T08:06:28.377" v="1418" actId="21"/>
          <ac:spMkLst>
            <pc:docMk/>
            <pc:sldMk cId="3193825089" sldId="262"/>
            <ac:spMk id="20" creationId="{14DC8836-C2DB-9990-79D0-331ED4AA93E8}"/>
          </ac:spMkLst>
        </pc:spChg>
        <pc:picChg chg="add del mod ord">
          <ac:chgData name="kydash1212 kydaiberdi" userId="8b303550dabefc0f" providerId="LiveId" clId="{03DDFBAE-E799-4B9C-9207-1163381A1E6B}" dt="2026-02-25T07:53:49.736" v="1393" actId="478"/>
          <ac:picMkLst>
            <pc:docMk/>
            <pc:sldMk cId="3193825089" sldId="262"/>
            <ac:picMk id="8" creationId="{0B7E92EC-66DC-0528-DF48-CB49A05CAEB8}"/>
          </ac:picMkLst>
        </pc:picChg>
        <pc:picChg chg="add mod ord">
          <ac:chgData name="kydash1212 kydaiberdi" userId="8b303550dabefc0f" providerId="LiveId" clId="{03DDFBAE-E799-4B9C-9207-1163381A1E6B}" dt="2026-02-25T08:07:11.475" v="1423" actId="1440"/>
          <ac:picMkLst>
            <pc:docMk/>
            <pc:sldMk cId="3193825089" sldId="262"/>
            <ac:picMk id="12" creationId="{1C68D16D-AD67-69C1-3618-D3D92E86B090}"/>
          </ac:picMkLst>
        </pc:picChg>
        <pc:picChg chg="add mod">
          <ac:chgData name="kydash1212 kydaiberdi" userId="8b303550dabefc0f" providerId="LiveId" clId="{03DDFBAE-E799-4B9C-9207-1163381A1E6B}" dt="2026-02-25T08:08:27.650" v="1424" actId="1440"/>
          <ac:picMkLst>
            <pc:docMk/>
            <pc:sldMk cId="3193825089" sldId="262"/>
            <ac:picMk id="14" creationId="{E6A0429F-6BF3-CD04-88A7-487B139D787C}"/>
          </ac:picMkLst>
        </pc:picChg>
        <pc:picChg chg="add del mod ord">
          <ac:chgData name="kydash1212 kydaiberdi" userId="8b303550dabefc0f" providerId="LiveId" clId="{03DDFBAE-E799-4B9C-9207-1163381A1E6B}" dt="2026-02-25T08:06:09.990" v="1414" actId="478"/>
          <ac:picMkLst>
            <pc:docMk/>
            <pc:sldMk cId="3193825089" sldId="262"/>
            <ac:picMk id="16" creationId="{0FFF9987-3639-59EE-9132-69D94D05C58E}"/>
          </ac:picMkLst>
        </pc:picChg>
        <pc:picChg chg="add mod">
          <ac:chgData name="kydash1212 kydaiberdi" userId="8b303550dabefc0f" providerId="LiveId" clId="{03DDFBAE-E799-4B9C-9207-1163381A1E6B}" dt="2026-02-25T08:08:31.592" v="1425" actId="1440"/>
          <ac:picMkLst>
            <pc:docMk/>
            <pc:sldMk cId="3193825089" sldId="262"/>
            <ac:picMk id="18" creationId="{3035C81F-34F4-323D-FDF7-CA91E9EDA8A2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E5AA53B-3EEE-4DE4-BB81-9044890C2946}" type="doc">
      <dgm:prSet loTypeId="urn:microsoft.com/office/officeart/2008/layout/VerticalCurvedList" loCatId="list" qsTypeId="urn:microsoft.com/office/officeart/2005/8/quickstyle/simple4" qsCatId="simple" csTypeId="urn:microsoft.com/office/officeart/2005/8/colors/accent2_2" csCatId="accent2" phldr="1"/>
      <dgm:spPr/>
      <dgm:t>
        <a:bodyPr rtlCol="0"/>
        <a:lstStyle/>
        <a:p>
          <a:pPr rtl="0"/>
          <a:endParaRPr lang="en-US"/>
        </a:p>
      </dgm:t>
    </dgm:pt>
    <dgm:pt modelId="{6750AC01-D39D-4F3A-9DC8-2A211EE986A2}">
      <dgm:prSet phldrT="[Text]"/>
      <dgm:spPr/>
      <dgm:t>
        <a:bodyPr rtlCol="0"/>
        <a:lstStyle/>
        <a:p>
          <a:pPr rtl="0">
            <a:lnSpc>
              <a:spcPct val="100000"/>
            </a:lnSpc>
          </a:pPr>
          <a:r>
            <a:rPr lang="ru-RU" noProof="1">
              <a:latin typeface="Calibri" panose="020F0502020204030204" pitchFamily="34" charset="0"/>
              <a:cs typeface="Calibri" panose="020F0502020204030204" pitchFamily="34" charset="0"/>
            </a:rPr>
            <a:t>НАЗВАНИЕ </a:t>
          </a:r>
          <a:r>
            <a:rPr lang="en-US" noProof="1">
              <a:latin typeface="Calibri" panose="020F0502020204030204" pitchFamily="34" charset="0"/>
              <a:cs typeface="Calibri" panose="020F0502020204030204" pitchFamily="34" charset="0"/>
            </a:rPr>
            <a:t>SPONSORMATCH</a:t>
          </a:r>
          <a:r>
            <a:rPr lang="ru-RU" noProof="1">
              <a:latin typeface="Calibri" panose="020F0502020204030204" pitchFamily="34" charset="0"/>
              <a:cs typeface="Calibri" panose="020F0502020204030204" pitchFamily="34" charset="0"/>
            </a:rPr>
            <a:t>	</a:t>
          </a:r>
        </a:p>
      </dgm:t>
    </dgm:pt>
    <dgm:pt modelId="{720680DC-AAA4-4434-A582-60EBCC5BA355}" type="parTrans" cxnId="{0B5DAE5F-BCDC-4BF7-A6E7-CF856886A64D}">
      <dgm:prSet/>
      <dgm:spPr/>
      <dgm:t>
        <a:bodyPr rtlCol="0"/>
        <a:lstStyle/>
        <a:p>
          <a:pPr rtl="0"/>
          <a:endParaRPr lang="ru-RU" noProof="1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CA077D98-8478-47EA-B6A9-99ACE60C64D4}" type="sibTrans" cxnId="{0B5DAE5F-BCDC-4BF7-A6E7-CF856886A64D}">
      <dgm:prSet/>
      <dgm:spPr/>
      <dgm:t>
        <a:bodyPr rtlCol="0"/>
        <a:lstStyle/>
        <a:p>
          <a:pPr rtl="0"/>
          <a:endParaRPr lang="ru-RU" noProof="1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0BEF68B8-1228-47BB-83B5-7B9CD1E3F84E}">
      <dgm:prSet phldrT="[Text]"/>
      <dgm:spPr/>
      <dgm:t>
        <a:bodyPr rtlCol="0"/>
        <a:lstStyle/>
        <a:p>
          <a:pPr rtl="0">
            <a:lnSpc>
              <a:spcPct val="100000"/>
            </a:lnSpc>
          </a:pPr>
          <a:r>
            <a:rPr lang="ru-RU" noProof="1">
              <a:latin typeface="Calibri" panose="020F0502020204030204" pitchFamily="34" charset="0"/>
              <a:cs typeface="Calibri" panose="020F0502020204030204" pitchFamily="34" charset="0"/>
            </a:rPr>
            <a:t>ЦЕЛЬ САЙТА ПОИСК СПОНСОРА</a:t>
          </a:r>
        </a:p>
      </dgm:t>
    </dgm:pt>
    <dgm:pt modelId="{ED3A4BC2-B75A-4952-A38B-A42B5995DF05}" type="parTrans" cxnId="{EDEF4F82-1237-4639-A0F7-385C1897CE66}">
      <dgm:prSet/>
      <dgm:spPr/>
      <dgm:t>
        <a:bodyPr rtlCol="0"/>
        <a:lstStyle/>
        <a:p>
          <a:pPr rtl="0"/>
          <a:endParaRPr lang="ru-RU" noProof="1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FD949706-EDCC-4ADC-8EDF-8EDA49C92325}" type="sibTrans" cxnId="{EDEF4F82-1237-4639-A0F7-385C1897CE66}">
      <dgm:prSet/>
      <dgm:spPr/>
      <dgm:t>
        <a:bodyPr rtlCol="0"/>
        <a:lstStyle/>
        <a:p>
          <a:pPr rtl="0"/>
          <a:endParaRPr lang="ru-RU" noProof="1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5605D28D-2CE6-4513-8566-952984E21E14}">
      <dgm:prSet phldrT="[Text]"/>
      <dgm:spPr/>
      <dgm:t>
        <a:bodyPr rtlCol="0"/>
        <a:lstStyle/>
        <a:p>
          <a:pPr rtl="0">
            <a:lnSpc>
              <a:spcPct val="100000"/>
            </a:lnSpc>
          </a:pPr>
          <a:r>
            <a:rPr lang="ru-RU" noProof="1">
              <a:latin typeface="Calibri" panose="020F0502020204030204" pitchFamily="34" charset="0"/>
              <a:cs typeface="Calibri" panose="020F0502020204030204" pitchFamily="34" charset="0"/>
            </a:rPr>
            <a:t>ТЕХНОЛОГИИ</a:t>
          </a:r>
          <a:r>
            <a:rPr lang="en-US" noProof="1">
              <a:latin typeface="Calibri" panose="020F0502020204030204" pitchFamily="34" charset="0"/>
              <a:cs typeface="Calibri" panose="020F0502020204030204" pitchFamily="34" charset="0"/>
            </a:rPr>
            <a:t> DJANGO REST, SQLITE, HTML, CSS, JS</a:t>
          </a:r>
          <a:endParaRPr lang="ru-RU" noProof="1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EB15AB98-362B-4E70-A3DA-995FC3E8BA79}" type="parTrans" cxnId="{FAF3F884-F0CF-440F-8CB1-B7648AB1B138}">
      <dgm:prSet/>
      <dgm:spPr/>
      <dgm:t>
        <a:bodyPr rtlCol="0"/>
        <a:lstStyle/>
        <a:p>
          <a:pPr rtl="0"/>
          <a:endParaRPr lang="ru-RU" noProof="1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823D1971-2C4D-4EC5-A874-2F463DE37109}" type="sibTrans" cxnId="{FAF3F884-F0CF-440F-8CB1-B7648AB1B138}">
      <dgm:prSet/>
      <dgm:spPr/>
      <dgm:t>
        <a:bodyPr rtlCol="0"/>
        <a:lstStyle/>
        <a:p>
          <a:pPr rtl="0"/>
          <a:endParaRPr lang="ru-RU" noProof="1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57806726-6E60-4ACC-9C1C-7DF9CC365A10}" type="pres">
      <dgm:prSet presAssocID="{7E5AA53B-3EEE-4DE4-BB81-9044890C2946}" presName="Name0" presStyleCnt="0">
        <dgm:presLayoutVars>
          <dgm:chMax val="7"/>
          <dgm:chPref val="7"/>
          <dgm:dir/>
        </dgm:presLayoutVars>
      </dgm:prSet>
      <dgm:spPr/>
    </dgm:pt>
    <dgm:pt modelId="{90561C55-3C6E-4D53-85E1-2C50BCDDA392}" type="pres">
      <dgm:prSet presAssocID="{7E5AA53B-3EEE-4DE4-BB81-9044890C2946}" presName="Name1" presStyleCnt="0"/>
      <dgm:spPr/>
    </dgm:pt>
    <dgm:pt modelId="{B6CD42EC-5AD4-4004-AE5B-47EDA668DAA8}" type="pres">
      <dgm:prSet presAssocID="{7E5AA53B-3EEE-4DE4-BB81-9044890C2946}" presName="cycle" presStyleCnt="0"/>
      <dgm:spPr/>
    </dgm:pt>
    <dgm:pt modelId="{963B8EE3-40CC-4A0A-B420-D0BF920973CE}" type="pres">
      <dgm:prSet presAssocID="{7E5AA53B-3EEE-4DE4-BB81-9044890C2946}" presName="srcNode" presStyleLbl="node1" presStyleIdx="0" presStyleCnt="3"/>
      <dgm:spPr/>
    </dgm:pt>
    <dgm:pt modelId="{D79B43FC-100B-4A0D-A4D5-0D2D04B99064}" type="pres">
      <dgm:prSet presAssocID="{7E5AA53B-3EEE-4DE4-BB81-9044890C2946}" presName="conn" presStyleLbl="parChTrans1D2" presStyleIdx="0" presStyleCnt="1"/>
      <dgm:spPr/>
    </dgm:pt>
    <dgm:pt modelId="{3CAD8DA1-8D53-445C-ACE8-D8449E4F0F55}" type="pres">
      <dgm:prSet presAssocID="{7E5AA53B-3EEE-4DE4-BB81-9044890C2946}" presName="extraNode" presStyleLbl="node1" presStyleIdx="0" presStyleCnt="3"/>
      <dgm:spPr/>
    </dgm:pt>
    <dgm:pt modelId="{429CABD1-4116-474B-81BF-735E2CA9DD00}" type="pres">
      <dgm:prSet presAssocID="{7E5AA53B-3EEE-4DE4-BB81-9044890C2946}" presName="dstNode" presStyleLbl="node1" presStyleIdx="0" presStyleCnt="3"/>
      <dgm:spPr/>
    </dgm:pt>
    <dgm:pt modelId="{58319267-C71E-43C9-94E1-827D0616C7A7}" type="pres">
      <dgm:prSet presAssocID="{6750AC01-D39D-4F3A-9DC8-2A211EE986A2}" presName="text_1" presStyleLbl="node1" presStyleIdx="0" presStyleCnt="3">
        <dgm:presLayoutVars>
          <dgm:bulletEnabled val="1"/>
        </dgm:presLayoutVars>
      </dgm:prSet>
      <dgm:spPr/>
    </dgm:pt>
    <dgm:pt modelId="{79F9B8A9-2412-4B74-84A9-69422DB81CDC}" type="pres">
      <dgm:prSet presAssocID="{6750AC01-D39D-4F3A-9DC8-2A211EE986A2}" presName="accent_1" presStyleCnt="0"/>
      <dgm:spPr/>
    </dgm:pt>
    <dgm:pt modelId="{07CB3071-D555-47DA-A36A-69EB91531FD8}" type="pres">
      <dgm:prSet presAssocID="{6750AC01-D39D-4F3A-9DC8-2A211EE986A2}" presName="accentRepeatNode" presStyleLbl="solidFgAcc1" presStyleIdx="0" presStyleCnt="3"/>
      <dgm:spPr>
        <a:solidFill>
          <a:schemeClr val="bg2">
            <a:lumMod val="10000"/>
          </a:schemeClr>
        </a:solidFill>
      </dgm:spPr>
    </dgm:pt>
    <dgm:pt modelId="{95DE6538-27BD-44AF-A1A8-CA8F6B10FDD2}" type="pres">
      <dgm:prSet presAssocID="{0BEF68B8-1228-47BB-83B5-7B9CD1E3F84E}" presName="text_2" presStyleLbl="node1" presStyleIdx="1" presStyleCnt="3">
        <dgm:presLayoutVars>
          <dgm:bulletEnabled val="1"/>
        </dgm:presLayoutVars>
      </dgm:prSet>
      <dgm:spPr/>
    </dgm:pt>
    <dgm:pt modelId="{312BDEE8-85BD-4F02-B35B-2CC8E701C98B}" type="pres">
      <dgm:prSet presAssocID="{0BEF68B8-1228-47BB-83B5-7B9CD1E3F84E}" presName="accent_2" presStyleCnt="0"/>
      <dgm:spPr/>
    </dgm:pt>
    <dgm:pt modelId="{3F8116AC-FAC3-4E95-9865-93CCFEB191B9}" type="pres">
      <dgm:prSet presAssocID="{0BEF68B8-1228-47BB-83B5-7B9CD1E3F84E}" presName="accentRepeatNode" presStyleLbl="solidFgAcc1" presStyleIdx="1" presStyleCnt="3"/>
      <dgm:spPr/>
    </dgm:pt>
    <dgm:pt modelId="{E131CE4A-9776-44F4-BC03-867682E21374}" type="pres">
      <dgm:prSet presAssocID="{5605D28D-2CE6-4513-8566-952984E21E14}" presName="text_3" presStyleLbl="node1" presStyleIdx="2" presStyleCnt="3">
        <dgm:presLayoutVars>
          <dgm:bulletEnabled val="1"/>
        </dgm:presLayoutVars>
      </dgm:prSet>
      <dgm:spPr/>
    </dgm:pt>
    <dgm:pt modelId="{AC9A216A-8375-48F9-A4E6-8E0B64C0209B}" type="pres">
      <dgm:prSet presAssocID="{5605D28D-2CE6-4513-8566-952984E21E14}" presName="accent_3" presStyleCnt="0"/>
      <dgm:spPr/>
    </dgm:pt>
    <dgm:pt modelId="{A965097E-32F1-4AB8-8C4E-2814A7596B2F}" type="pres">
      <dgm:prSet presAssocID="{5605D28D-2CE6-4513-8566-952984E21E14}" presName="accentRepeatNode" presStyleLbl="solidFgAcc1" presStyleIdx="2" presStyleCnt="3"/>
      <dgm:spPr>
        <a:solidFill>
          <a:srgbClr val="FFFF00"/>
        </a:solidFill>
      </dgm:spPr>
    </dgm:pt>
  </dgm:ptLst>
  <dgm:cxnLst>
    <dgm:cxn modelId="{A11E3B12-1828-45A7-86C3-BB85832DF84D}" type="presOf" srcId="{CA077D98-8478-47EA-B6A9-99ACE60C64D4}" destId="{D79B43FC-100B-4A0D-A4D5-0D2D04B99064}" srcOrd="0" destOrd="0" presId="urn:microsoft.com/office/officeart/2008/layout/VerticalCurvedList"/>
    <dgm:cxn modelId="{0B5DAE5F-BCDC-4BF7-A6E7-CF856886A64D}" srcId="{7E5AA53B-3EEE-4DE4-BB81-9044890C2946}" destId="{6750AC01-D39D-4F3A-9DC8-2A211EE986A2}" srcOrd="0" destOrd="0" parTransId="{720680DC-AAA4-4434-A582-60EBCC5BA355}" sibTransId="{CA077D98-8478-47EA-B6A9-99ACE60C64D4}"/>
    <dgm:cxn modelId="{29DA474E-5DFA-4C66-882F-319C49ABBB19}" type="presOf" srcId="{6750AC01-D39D-4F3A-9DC8-2A211EE986A2}" destId="{58319267-C71E-43C9-94E1-827D0616C7A7}" srcOrd="0" destOrd="0" presId="urn:microsoft.com/office/officeart/2008/layout/VerticalCurvedList"/>
    <dgm:cxn modelId="{7084AA77-BACB-46CB-AE4A-77B62D3ED1AF}" type="presOf" srcId="{5605D28D-2CE6-4513-8566-952984E21E14}" destId="{E131CE4A-9776-44F4-BC03-867682E21374}" srcOrd="0" destOrd="0" presId="urn:microsoft.com/office/officeart/2008/layout/VerticalCurvedList"/>
    <dgm:cxn modelId="{EDEF4F82-1237-4639-A0F7-385C1897CE66}" srcId="{7E5AA53B-3EEE-4DE4-BB81-9044890C2946}" destId="{0BEF68B8-1228-47BB-83B5-7B9CD1E3F84E}" srcOrd="1" destOrd="0" parTransId="{ED3A4BC2-B75A-4952-A38B-A42B5995DF05}" sibTransId="{FD949706-EDCC-4ADC-8EDF-8EDA49C92325}"/>
    <dgm:cxn modelId="{FAF3F884-F0CF-440F-8CB1-B7648AB1B138}" srcId="{7E5AA53B-3EEE-4DE4-BB81-9044890C2946}" destId="{5605D28D-2CE6-4513-8566-952984E21E14}" srcOrd="2" destOrd="0" parTransId="{EB15AB98-362B-4E70-A3DA-995FC3E8BA79}" sibTransId="{823D1971-2C4D-4EC5-A874-2F463DE37109}"/>
    <dgm:cxn modelId="{4F65CC8F-B5A8-40BE-A32B-05862B543D6A}" type="presOf" srcId="{7E5AA53B-3EEE-4DE4-BB81-9044890C2946}" destId="{57806726-6E60-4ACC-9C1C-7DF9CC365A10}" srcOrd="0" destOrd="0" presId="urn:microsoft.com/office/officeart/2008/layout/VerticalCurvedList"/>
    <dgm:cxn modelId="{4A378892-5CCC-4F0D-8A38-4BEAECF30F24}" type="presOf" srcId="{0BEF68B8-1228-47BB-83B5-7B9CD1E3F84E}" destId="{95DE6538-27BD-44AF-A1A8-CA8F6B10FDD2}" srcOrd="0" destOrd="0" presId="urn:microsoft.com/office/officeart/2008/layout/VerticalCurvedList"/>
    <dgm:cxn modelId="{4E25B52E-70EF-4A0F-B410-0B49263AF380}" type="presParOf" srcId="{57806726-6E60-4ACC-9C1C-7DF9CC365A10}" destId="{90561C55-3C6E-4D53-85E1-2C50BCDDA392}" srcOrd="0" destOrd="0" presId="urn:microsoft.com/office/officeart/2008/layout/VerticalCurvedList"/>
    <dgm:cxn modelId="{2B3DD9E4-EC9C-4B92-B380-F89BF82E7CF3}" type="presParOf" srcId="{90561C55-3C6E-4D53-85E1-2C50BCDDA392}" destId="{B6CD42EC-5AD4-4004-AE5B-47EDA668DAA8}" srcOrd="0" destOrd="0" presId="urn:microsoft.com/office/officeart/2008/layout/VerticalCurvedList"/>
    <dgm:cxn modelId="{EA357085-80A4-4D1D-9BD2-56B1E9A721FB}" type="presParOf" srcId="{B6CD42EC-5AD4-4004-AE5B-47EDA668DAA8}" destId="{963B8EE3-40CC-4A0A-B420-D0BF920973CE}" srcOrd="0" destOrd="0" presId="urn:microsoft.com/office/officeart/2008/layout/VerticalCurvedList"/>
    <dgm:cxn modelId="{F175C6D0-411C-40FD-A19B-860D49F42061}" type="presParOf" srcId="{B6CD42EC-5AD4-4004-AE5B-47EDA668DAA8}" destId="{D79B43FC-100B-4A0D-A4D5-0D2D04B99064}" srcOrd="1" destOrd="0" presId="urn:microsoft.com/office/officeart/2008/layout/VerticalCurvedList"/>
    <dgm:cxn modelId="{794BB944-68C0-47A5-9792-652802EB36AC}" type="presParOf" srcId="{B6CD42EC-5AD4-4004-AE5B-47EDA668DAA8}" destId="{3CAD8DA1-8D53-445C-ACE8-D8449E4F0F55}" srcOrd="2" destOrd="0" presId="urn:microsoft.com/office/officeart/2008/layout/VerticalCurvedList"/>
    <dgm:cxn modelId="{B8CC75C4-3D1A-49E7-80D2-915668C1368C}" type="presParOf" srcId="{B6CD42EC-5AD4-4004-AE5B-47EDA668DAA8}" destId="{429CABD1-4116-474B-81BF-735E2CA9DD00}" srcOrd="3" destOrd="0" presId="urn:microsoft.com/office/officeart/2008/layout/VerticalCurvedList"/>
    <dgm:cxn modelId="{28110BB8-F33F-498C-9A75-98364B05EFA5}" type="presParOf" srcId="{90561C55-3C6E-4D53-85E1-2C50BCDDA392}" destId="{58319267-C71E-43C9-94E1-827D0616C7A7}" srcOrd="1" destOrd="0" presId="urn:microsoft.com/office/officeart/2008/layout/VerticalCurvedList"/>
    <dgm:cxn modelId="{3866F6C9-5521-48F2-B6C3-40C9896E1605}" type="presParOf" srcId="{90561C55-3C6E-4D53-85E1-2C50BCDDA392}" destId="{79F9B8A9-2412-4B74-84A9-69422DB81CDC}" srcOrd="2" destOrd="0" presId="urn:microsoft.com/office/officeart/2008/layout/VerticalCurvedList"/>
    <dgm:cxn modelId="{D2205A4F-BB7A-4399-BC2F-78E18EC6EAFE}" type="presParOf" srcId="{79F9B8A9-2412-4B74-84A9-69422DB81CDC}" destId="{07CB3071-D555-47DA-A36A-69EB91531FD8}" srcOrd="0" destOrd="0" presId="urn:microsoft.com/office/officeart/2008/layout/VerticalCurvedList"/>
    <dgm:cxn modelId="{602753E6-8A03-492B-861A-6B9532B5AA28}" type="presParOf" srcId="{90561C55-3C6E-4D53-85E1-2C50BCDDA392}" destId="{95DE6538-27BD-44AF-A1A8-CA8F6B10FDD2}" srcOrd="3" destOrd="0" presId="urn:microsoft.com/office/officeart/2008/layout/VerticalCurvedList"/>
    <dgm:cxn modelId="{AEC540A3-E86A-4075-8BE4-263F4AFF4EA1}" type="presParOf" srcId="{90561C55-3C6E-4D53-85E1-2C50BCDDA392}" destId="{312BDEE8-85BD-4F02-B35B-2CC8E701C98B}" srcOrd="4" destOrd="0" presId="urn:microsoft.com/office/officeart/2008/layout/VerticalCurvedList"/>
    <dgm:cxn modelId="{CD5D1014-B7CB-4B47-9A02-5FBF90928A73}" type="presParOf" srcId="{312BDEE8-85BD-4F02-B35B-2CC8E701C98B}" destId="{3F8116AC-FAC3-4E95-9865-93CCFEB191B9}" srcOrd="0" destOrd="0" presId="urn:microsoft.com/office/officeart/2008/layout/VerticalCurvedList"/>
    <dgm:cxn modelId="{987EB7C0-CA3E-4874-85E0-01E9060A2D35}" type="presParOf" srcId="{90561C55-3C6E-4D53-85E1-2C50BCDDA392}" destId="{E131CE4A-9776-44F4-BC03-867682E21374}" srcOrd="5" destOrd="0" presId="urn:microsoft.com/office/officeart/2008/layout/VerticalCurvedList"/>
    <dgm:cxn modelId="{91E55363-8DCA-455E-A203-06A9410994CB}" type="presParOf" srcId="{90561C55-3C6E-4D53-85E1-2C50BCDDA392}" destId="{AC9A216A-8375-48F9-A4E6-8E0B64C0209B}" srcOrd="6" destOrd="0" presId="urn:microsoft.com/office/officeart/2008/layout/VerticalCurvedList"/>
    <dgm:cxn modelId="{D866D586-1293-4049-B6E3-B467C1D5ED64}" type="presParOf" srcId="{AC9A216A-8375-48F9-A4E6-8E0B64C0209B}" destId="{A965097E-32F1-4AB8-8C4E-2814A7596B2F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9B43FC-100B-4A0D-A4D5-0D2D04B99064}">
      <dsp:nvSpPr>
        <dsp:cNvPr id="0" name=""/>
        <dsp:cNvSpPr/>
      </dsp:nvSpPr>
      <dsp:spPr>
        <a:xfrm>
          <a:off x="-3317330" y="-510269"/>
          <a:ext cx="3955825" cy="3955825"/>
        </a:xfrm>
        <a:prstGeom prst="blockArc">
          <a:avLst>
            <a:gd name="adj1" fmla="val 18900000"/>
            <a:gd name="adj2" fmla="val 2700000"/>
            <a:gd name="adj3" fmla="val 546"/>
          </a:avLst>
        </a:prstGeom>
        <a:noFill/>
        <a:ln w="12700" cap="rnd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8319267-C71E-43C9-94E1-827D0616C7A7}">
      <dsp:nvSpPr>
        <dsp:cNvPr id="0" name=""/>
        <dsp:cNvSpPr/>
      </dsp:nvSpPr>
      <dsp:spPr>
        <a:xfrm>
          <a:off x="410565" y="293528"/>
          <a:ext cx="4944813" cy="58705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65977" tIns="40640" rIns="40640" bIns="40640" numCol="1" spcCol="1270" rtlCol="0" anchor="ctr" anchorCtr="0">
          <a:noAutofit/>
        </a:bodyPr>
        <a:lstStyle/>
        <a:p>
          <a:pPr marL="0" lvl="0" indent="0" algn="l" defTabSz="7112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noProof="1">
              <a:latin typeface="Calibri" panose="020F0502020204030204" pitchFamily="34" charset="0"/>
              <a:cs typeface="Calibri" panose="020F0502020204030204" pitchFamily="34" charset="0"/>
            </a:rPr>
            <a:t>НАЗВАНИЕ </a:t>
          </a:r>
          <a:r>
            <a:rPr lang="en-US" sz="1600" kern="1200" noProof="1">
              <a:latin typeface="Calibri" panose="020F0502020204030204" pitchFamily="34" charset="0"/>
              <a:cs typeface="Calibri" panose="020F0502020204030204" pitchFamily="34" charset="0"/>
            </a:rPr>
            <a:t>SPONSORMATCH</a:t>
          </a:r>
          <a:r>
            <a:rPr lang="ru-RU" sz="1600" kern="1200" noProof="1">
              <a:latin typeface="Calibri" panose="020F0502020204030204" pitchFamily="34" charset="0"/>
              <a:cs typeface="Calibri" panose="020F0502020204030204" pitchFamily="34" charset="0"/>
            </a:rPr>
            <a:t>	</a:t>
          </a:r>
        </a:p>
      </dsp:txBody>
      <dsp:txXfrm>
        <a:off x="410565" y="293528"/>
        <a:ext cx="4944813" cy="587057"/>
      </dsp:txXfrm>
    </dsp:sp>
    <dsp:sp modelId="{07CB3071-D555-47DA-A36A-69EB91531FD8}">
      <dsp:nvSpPr>
        <dsp:cNvPr id="0" name=""/>
        <dsp:cNvSpPr/>
      </dsp:nvSpPr>
      <dsp:spPr>
        <a:xfrm>
          <a:off x="43654" y="220146"/>
          <a:ext cx="733821" cy="733821"/>
        </a:xfrm>
        <a:prstGeom prst="ellipse">
          <a:avLst/>
        </a:prstGeom>
        <a:solidFill>
          <a:schemeClr val="bg2">
            <a:lumMod val="1000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DE6538-27BD-44AF-A1A8-CA8F6B10FDD2}">
      <dsp:nvSpPr>
        <dsp:cNvPr id="0" name=""/>
        <dsp:cNvSpPr/>
      </dsp:nvSpPr>
      <dsp:spPr>
        <a:xfrm>
          <a:off x="623960" y="1174114"/>
          <a:ext cx="4731417" cy="58705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65977" tIns="40640" rIns="40640" bIns="40640" numCol="1" spcCol="1270" rtlCol="0" anchor="ctr" anchorCtr="0">
          <a:noAutofit/>
        </a:bodyPr>
        <a:lstStyle/>
        <a:p>
          <a:pPr marL="0" lvl="0" indent="0" algn="l" defTabSz="7112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noProof="1">
              <a:latin typeface="Calibri" panose="020F0502020204030204" pitchFamily="34" charset="0"/>
              <a:cs typeface="Calibri" panose="020F0502020204030204" pitchFamily="34" charset="0"/>
            </a:rPr>
            <a:t>ЦЕЛЬ САЙТА ПОИСК СПОНСОРА</a:t>
          </a:r>
        </a:p>
      </dsp:txBody>
      <dsp:txXfrm>
        <a:off x="623960" y="1174114"/>
        <a:ext cx="4731417" cy="587057"/>
      </dsp:txXfrm>
    </dsp:sp>
    <dsp:sp modelId="{3F8116AC-FAC3-4E95-9865-93CCFEB191B9}">
      <dsp:nvSpPr>
        <dsp:cNvPr id="0" name=""/>
        <dsp:cNvSpPr/>
      </dsp:nvSpPr>
      <dsp:spPr>
        <a:xfrm>
          <a:off x="257049" y="1100732"/>
          <a:ext cx="733821" cy="73382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31CE4A-9776-44F4-BC03-867682E21374}">
      <dsp:nvSpPr>
        <dsp:cNvPr id="0" name=""/>
        <dsp:cNvSpPr/>
      </dsp:nvSpPr>
      <dsp:spPr>
        <a:xfrm>
          <a:off x="410565" y="2054700"/>
          <a:ext cx="4944813" cy="58705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65977" tIns="40640" rIns="40640" bIns="40640" numCol="1" spcCol="1270" rtlCol="0" anchor="ctr" anchorCtr="0">
          <a:noAutofit/>
        </a:bodyPr>
        <a:lstStyle/>
        <a:p>
          <a:pPr marL="0" lvl="0" indent="0" algn="l" defTabSz="7112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noProof="1">
              <a:latin typeface="Calibri" panose="020F0502020204030204" pitchFamily="34" charset="0"/>
              <a:cs typeface="Calibri" panose="020F0502020204030204" pitchFamily="34" charset="0"/>
            </a:rPr>
            <a:t>ТЕХНОЛОГИИ</a:t>
          </a:r>
          <a:r>
            <a:rPr lang="en-US" sz="1600" kern="1200" noProof="1">
              <a:latin typeface="Calibri" panose="020F0502020204030204" pitchFamily="34" charset="0"/>
              <a:cs typeface="Calibri" panose="020F0502020204030204" pitchFamily="34" charset="0"/>
            </a:rPr>
            <a:t> DJANGO REST, SQLITE, HTML, CSS, JS</a:t>
          </a:r>
          <a:endParaRPr lang="ru-RU" sz="1600" kern="1200" noProof="1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410565" y="2054700"/>
        <a:ext cx="4944813" cy="587057"/>
      </dsp:txXfrm>
    </dsp:sp>
    <dsp:sp modelId="{A965097E-32F1-4AB8-8C4E-2814A7596B2F}">
      <dsp:nvSpPr>
        <dsp:cNvPr id="0" name=""/>
        <dsp:cNvSpPr/>
      </dsp:nvSpPr>
      <dsp:spPr>
        <a:xfrm>
          <a:off x="43654" y="1981318"/>
          <a:ext cx="733821" cy="733821"/>
        </a:xfrm>
        <a:prstGeom prst="ellipse">
          <a:avLst/>
        </a:prstGeom>
        <a:solidFill>
          <a:srgbClr val="FFFF00"/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FF81CEA5-62FD-4C83-BDE3-91DFB9827D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FA1CBFD-6AD0-48C4-B91B-58830F6F4C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AD9C4667-D0EB-4182-A979-F1BD41F3D31E}" type="datetime1">
              <a:rPr lang="ru-RU" smtClean="0"/>
              <a:t>25.02.2026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9E55D22-46A3-4B8C-AD40-252FE7896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E70DCEF-9071-4B17-801B-37B4465C8E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D90168E-626C-4E60-93C0-A00D256094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934770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noProof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52E72FE-6225-48DC-96F7-A6D4A27B79B8}" type="datetime1">
              <a:rPr lang="ru-RU" noProof="0" smtClean="0"/>
              <a:t>25.02.2026</a:t>
            </a:fld>
            <a:endParaRPr lang="ru-RU" noProof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noProof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6B3AB32-59DF-41F1-9618-EDFBF5049629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66180564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0047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B3AB32-59DF-41F1-9618-EDFBF5049629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24596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51155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6714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ru-RU" noProof="0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8A5E3DB2-6224-4F87-96B2-901B51FC324F}" type="datetime1">
              <a:rPr lang="ru-RU" noProof="0" smtClean="0"/>
              <a:t>25.02.2026</a:t>
            </a:fld>
            <a:endParaRPr lang="ru-RU" noProof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ru-RU" noProof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941335E-9FC5-4332-89A1-F61C26AF68B8}" type="datetime1">
              <a:rPr lang="ru-RU" noProof="0" smtClean="0"/>
              <a:t>25.02.2026</a:t>
            </a:fld>
            <a:endParaRPr lang="ru-RU" noProof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79742827-D144-4B2C-B4EF-283D1A1D2ABE}" type="datetime1">
              <a:rPr lang="ru-RU" noProof="0" smtClean="0"/>
              <a:t>25.02.2026</a:t>
            </a:fld>
            <a:endParaRPr lang="ru-RU" noProof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ru-RU" noProof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 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 rtlCol="0">
            <a:normAutofit/>
          </a:bodyPr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  <a:endParaRPr lang="ru-RU" noProof="0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 rtlCol="0">
            <a:normAutofit/>
          </a:bodyPr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6134D18-76F3-4340-B8E3-CE0608B72693}" type="datetime1">
              <a:rPr lang="ru-RU" noProof="0" smtClean="0"/>
              <a:t>25.02.2026</a:t>
            </a:fld>
            <a:endParaRPr lang="ru-RU" noProof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Заголовок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1B1DAD5-1ADC-4BAD-A5A2-B644A9983A58}" type="datetime1">
              <a:rPr lang="ru-RU" noProof="0" smtClean="0"/>
              <a:t>25.02.2026</a:t>
            </a:fld>
            <a:endParaRPr lang="ru-RU" noProof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34B273F-9A6A-422D-A6AB-3990B7538E9C}" type="datetime1">
              <a:rPr lang="ru-RU" noProof="0" smtClean="0"/>
              <a:t>25.02.2026</a:t>
            </a:fld>
            <a:endParaRPr lang="ru-RU" noProof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7" name="Прямоугольник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Заголовок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F026E7C-B2F6-41BB-9643-AACFC392E830}" type="datetime1">
              <a:rPr lang="ru-RU" noProof="0" smtClean="0"/>
              <a:t>25.02.2026</a:t>
            </a:fld>
            <a:endParaRPr lang="ru-RU" noProof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rtlCol="0"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rtlCol="0"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72B0968A-0AED-4FB8-B40B-FB67848094BA}" type="datetime1">
              <a:rPr lang="ru-RU" noProof="0" smtClean="0"/>
              <a:t>25.02.2026</a:t>
            </a:fld>
            <a:endParaRPr lang="ru-RU" noProof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ru-RU" noProof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Рисунок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447817" y="599725"/>
            <a:ext cx="11290859" cy="3557252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E1F5BCB-5907-4BE5-BDA8-E10478C468F1}" type="datetime1">
              <a:rPr lang="ru-RU" noProof="0" smtClean="0"/>
              <a:t>25.02.2026</a:t>
            </a:fld>
            <a:endParaRPr lang="ru-RU" noProof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Заголовок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0724630-BB87-4AF9-A3EB-1FC0B7D5A0A2}" type="datetime1">
              <a:rPr lang="ru-RU" noProof="0" smtClean="0"/>
              <a:t>25.02.2026</a:t>
            </a:fld>
            <a:endParaRPr lang="ru-RU" noProof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rtlCol="0" anchor="t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ED2A334-CAC3-41D9-9F20-8680444032ED}" type="datetime1">
              <a:rPr lang="ru-RU" noProof="0" smtClean="0"/>
              <a:t>25.02.2026</a:t>
            </a:fld>
            <a:endParaRPr lang="ru-RU" noProof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22E8C287-D018-43BB-961A-194062A1E79C}" type="datetime1">
              <a:rPr lang="ru-RU" smtClean="0"/>
              <a:pPr/>
              <a:t>25.02.2026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D57F1E4F-1CFF-5643-939E-217C01CDF56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Прямоугольник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Прямоугольник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3.jpe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Прямоугольник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>
              <a:latin typeface="Calibri" panose="020F0502020204030204" pitchFamily="34" charset="0"/>
            </a:endParaRPr>
          </a:p>
        </p:txBody>
      </p:sp>
      <p:pic>
        <p:nvPicPr>
          <p:cNvPr id="7" name="Рисунок 6" descr="Цифровые подключения">
            <a:extLst>
              <a:ext uri="{FF2B5EF4-FFF2-40B4-BE49-F238E27FC236}">
                <a16:creationId xmlns:a16="http://schemas.microsoft.com/office/drawing/2014/main" id="{3840F91C-EDD0-4D4E-A4AB-E6C77856C8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4572000"/>
            <a:ext cx="10993549" cy="895244"/>
          </a:xfrm>
        </p:spPr>
        <p:txBody>
          <a:bodyPr rtlCol="0">
            <a:noAutofit/>
          </a:bodyPr>
          <a:lstStyle/>
          <a:p>
            <a:pPr rtl="0"/>
            <a:r>
              <a:rPr lang="ru-RU" sz="60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Бурканов</a:t>
            </a:r>
            <a:r>
              <a:rPr lang="ru-RU" sz="6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60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кудайберди</a:t>
            </a:r>
            <a:endParaRPr lang="ru-RU" sz="6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5467246"/>
            <a:ext cx="10993546" cy="484822"/>
          </a:xfrm>
        </p:spPr>
        <p:txBody>
          <a:bodyPr rtlCol="0">
            <a:normAutofit/>
          </a:bodyPr>
          <a:lstStyle/>
          <a:p>
            <a:pPr rtl="0"/>
            <a:r>
              <a:rPr lang="ru-RU" dirty="0">
                <a:solidFill>
                  <a:srgbClr val="7CEB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ГРУППА</a:t>
            </a:r>
            <a:r>
              <a:rPr lang="en-US" dirty="0">
                <a:solidFill>
                  <a:srgbClr val="7CEB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ru-RU" dirty="0">
                <a:solidFill>
                  <a:srgbClr val="7CEB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ПОАС-4-23										МЕСТО ПРАКТИКИ</a:t>
            </a:r>
            <a:r>
              <a:rPr lang="en-US" dirty="0">
                <a:solidFill>
                  <a:srgbClr val="7CEB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ru-RU" dirty="0">
                <a:solidFill>
                  <a:srgbClr val="7CEBFF"/>
                </a:solidFill>
              </a:rPr>
              <a:t>РПО РМТР</a:t>
            </a:r>
            <a:endParaRPr lang="ru-RU" dirty="0">
              <a:solidFill>
                <a:srgbClr val="7CEB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1633EB-7DCB-4DDC-80AF-C885A3EE1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dirty="0"/>
              <a:t>МЕСТО ГДЕ БЫЛО ПРОЙДЕНА ПРАКТИКА</a:t>
            </a:r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4BDC123-E19B-67A5-7F85-527686AB64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737"/>
          <a:stretch>
            <a:fillRect/>
          </a:stretch>
        </p:blipFill>
        <p:spPr>
          <a:xfrm>
            <a:off x="581025" y="2231479"/>
            <a:ext cx="4539272" cy="3625353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7A3A7EB-9148-76BF-B44D-369266F8C61B}"/>
              </a:ext>
            </a:extLst>
          </p:cNvPr>
          <p:cNvSpPr txBox="1"/>
          <p:nvPr/>
        </p:nvSpPr>
        <p:spPr>
          <a:xfrm>
            <a:off x="5288492" y="2289829"/>
            <a:ext cx="7112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noProof="1">
                <a:latin typeface="Calibri" panose="020F0502020204030204" pitchFamily="34" charset="0"/>
                <a:cs typeface="Calibri" panose="020F0502020204030204" pitchFamily="34" charset="0"/>
              </a:rPr>
              <a:t>ЗАДАЧИ ЧТО ЯВЛЯЛИСЬ ПРИОРИТЕТОМ</a:t>
            </a:r>
            <a:r>
              <a:rPr lang="en-US" b="1" noProof="1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ru-RU" b="1" noProof="1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endParaRPr lang="ru-RU" b="1" noProof="1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ru-RU" b="1" noProof="1">
                <a:latin typeface="Calibri" panose="020F0502020204030204" pitchFamily="34" charset="0"/>
                <a:cs typeface="Calibri" panose="020F0502020204030204" pitchFamily="34" charset="0"/>
              </a:rPr>
              <a:t>МОНИТОРИТЬ ЗА СЕТЬЮ ПО ВСЕМУ КЫРГЫЗСТАНУ</a:t>
            </a:r>
          </a:p>
          <a:p>
            <a:endParaRPr lang="ru-RU" b="1" noProof="1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ru-RU" b="1" noProof="1">
                <a:latin typeface="Calibri" panose="020F0502020204030204" pitchFamily="34" charset="0"/>
                <a:cs typeface="Calibri" panose="020F0502020204030204" pitchFamily="34" charset="0"/>
              </a:rPr>
              <a:t>ВЫЯВЛЯТЬ ОШИБКИ ПО ЛОГУ</a:t>
            </a:r>
          </a:p>
          <a:p>
            <a:endParaRPr lang="ru-RU" b="1" noProof="1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ru-RU" b="1" noProof="1">
                <a:latin typeface="Calibri" panose="020F0502020204030204" pitchFamily="34" charset="0"/>
                <a:cs typeface="Calibri" panose="020F0502020204030204" pitchFamily="34" charset="0"/>
              </a:rPr>
              <a:t>УСТРАНЯТЬ ОШИБКИ</a:t>
            </a:r>
          </a:p>
          <a:p>
            <a:endParaRPr lang="ru-RU" b="1" noProof="1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ru-RU" b="1" noProof="1">
                <a:latin typeface="Calibri" panose="020F0502020204030204" pitchFamily="34" charset="0"/>
                <a:cs typeface="Calibri" panose="020F0502020204030204" pitchFamily="34" charset="0"/>
              </a:rPr>
              <a:t>ПРОВЕРЯТЬ ОБОРУДОВАНИЯ</a:t>
            </a:r>
            <a:br>
              <a:rPr lang="ru-RU" b="1" noProof="1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ru-RU" b="1" noProof="1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ru-RU" b="1" noProof="1">
                <a:latin typeface="Calibri" panose="020F0502020204030204" pitchFamily="34" charset="0"/>
                <a:cs typeface="Calibri" panose="020F0502020204030204" pitchFamily="34" charset="0"/>
              </a:rPr>
              <a:t>ПРОВЕРЯТЬ КАБЕЛИ </a:t>
            </a:r>
          </a:p>
          <a:p>
            <a:endParaRPr lang="ru-RU" b="1" noProof="1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ru-RU" b="1" noProof="1">
                <a:latin typeface="Calibri" panose="020F0502020204030204" pitchFamily="34" charset="0"/>
                <a:cs typeface="Calibri" panose="020F0502020204030204" pitchFamily="34" charset="0"/>
              </a:rPr>
              <a:t>ПИСАТЬ ОТЧЕТ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66E48B-3E01-D6F4-82EE-52F7526292BC}"/>
              </a:ext>
            </a:extLst>
          </p:cNvPr>
          <p:cNvSpPr txBox="1"/>
          <p:nvPr/>
        </p:nvSpPr>
        <p:spPr>
          <a:xfrm>
            <a:off x="581025" y="6000989"/>
            <a:ext cx="711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noProof="1">
                <a:latin typeface="Calibri" panose="020F0502020204030204" pitchFamily="34" charset="0"/>
                <a:cs typeface="Calibri" panose="020F0502020204030204" pitchFamily="34" charset="0"/>
              </a:rPr>
              <a:t>ОТДЕЛ ЦУКС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497607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Объект 4" descr="Числа">
            <a:extLst>
              <a:ext uri="{FF2B5EF4-FFF2-40B4-BE49-F238E27FC236}">
                <a16:creationId xmlns:a16="http://schemas.microsoft.com/office/drawing/2014/main" id="{EA70616B-E344-4856-8DF9-707C2623661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681" r="9091" b="1271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277905DD-72BD-31AD-D2E6-4B7366D9CC5C}"/>
              </a:ext>
            </a:extLst>
          </p:cNvPr>
          <p:cNvSpPr/>
          <p:nvPr/>
        </p:nvSpPr>
        <p:spPr>
          <a:xfrm>
            <a:off x="808469" y="2240947"/>
            <a:ext cx="5134074" cy="7196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3BF3590-6C58-0A1E-8279-90F8055BACAD}"/>
              </a:ext>
            </a:extLst>
          </p:cNvPr>
          <p:cNvSpPr/>
          <p:nvPr/>
        </p:nvSpPr>
        <p:spPr>
          <a:xfrm>
            <a:off x="1528233" y="431800"/>
            <a:ext cx="9135533" cy="14393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2616EE-270D-4F4C-BA1F-2708D387B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 anchor="ctr">
            <a:normAutofit/>
          </a:bodyPr>
          <a:lstStyle/>
          <a:p>
            <a:pPr algn="ctr" rtl="0"/>
            <a:r>
              <a:rPr lang="ru-RU" noProof="1">
                <a:latin typeface="Calibri" panose="020F0502020204030204" pitchFamily="34" charset="0"/>
                <a:cs typeface="Calibri" panose="020F0502020204030204" pitchFamily="34" charset="0"/>
              </a:rPr>
              <a:t>САЙТ что было разработано в ходе</a:t>
            </a:r>
            <a:br>
              <a:rPr lang="ru-RU" noProof="1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ru-RU" noProof="1">
                <a:latin typeface="Calibri" panose="020F0502020204030204" pitchFamily="34" charset="0"/>
                <a:cs typeface="Calibri" panose="020F0502020204030204" pitchFamily="34" charset="0"/>
              </a:rPr>
              <a:t>практики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7F8393A-1E10-F5F9-0D68-8418DCD7F4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>
                <a:solidFill>
                  <a:schemeClr val="bg1">
                    <a:lumMod val="95000"/>
                  </a:schemeClr>
                </a:solidFill>
              </a:rPr>
              <a:t>КОРОТКАЯ ИНФОРМАЦИЯ</a:t>
            </a:r>
          </a:p>
        </p:txBody>
      </p:sp>
      <p:graphicFrame>
        <p:nvGraphicFramePr>
          <p:cNvPr id="6" name="Объект 5" descr="SmartArt">
            <a:extLst>
              <a:ext uri="{FF2B5EF4-FFF2-40B4-BE49-F238E27FC236}">
                <a16:creationId xmlns:a16="http://schemas.microsoft.com/office/drawing/2014/main" id="{BF629521-FFD2-45DA-9D1D-A5F09BD5A2D9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765915491"/>
              </p:ext>
            </p:extLst>
          </p:nvPr>
        </p:nvGraphicFramePr>
        <p:xfrm>
          <a:off x="581025" y="2925763"/>
          <a:ext cx="5392738" cy="29352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2" name="Текст 11">
            <a:extLst>
              <a:ext uri="{FF2B5EF4-FFF2-40B4-BE49-F238E27FC236}">
                <a16:creationId xmlns:a16="http://schemas.microsoft.com/office/drawing/2014/main" id="{D45CC3C9-10D2-407D-6842-9E303AF1C8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23038" y="2251075"/>
            <a:ext cx="5087937" cy="6746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dirty="0">
                <a:solidFill>
                  <a:schemeClr val="bg1"/>
                </a:solidFill>
              </a:rPr>
              <a:t> ПОИСК СПОНСОРОВ</a:t>
            </a: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21E0BE45-D87F-DAEE-0A3F-588382357AD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88322" y="3197932"/>
            <a:ext cx="3957367" cy="239094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09322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80D42B-1AA0-FFEA-EEF5-F4D1EBA5B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 САЙТЕ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74FDAAB-7AF8-AF73-B37F-7223369A97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BACKEND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F9D325A-8EF1-A9CD-AD1E-F0104939D9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FRONTEND</a:t>
            </a:r>
            <a:endParaRPr lang="ru-RU" dirty="0"/>
          </a:p>
        </p:txBody>
      </p:sp>
      <p:pic>
        <p:nvPicPr>
          <p:cNvPr id="12" name="Объект 11" descr="Изображение выглядит как текст, снимок экрана, программное обеспечение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C68D16D-AD67-69C1-3618-D3D92E86B09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41648" y="2925764"/>
            <a:ext cx="3015672" cy="269126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4" name="Рисунок 13" descr="Изображение выглядит как текст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6A0429F-6BF3-CD04-88A7-487B139D78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8105" y="2016837"/>
            <a:ext cx="2215813" cy="463731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8" name="Рисунок 17" descr="Изображение выглядит как текст, снимок экрана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035C81F-34F4-323D-FDF7-CA91E9EDA8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4111" y="2804265"/>
            <a:ext cx="3579448" cy="386903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1" name="Объект 19">
            <a:extLst>
              <a:ext uri="{FF2B5EF4-FFF2-40B4-BE49-F238E27FC236}">
                <a16:creationId xmlns:a16="http://schemas.microsoft.com/office/drawing/2014/main" id="{14DC8836-C2DB-9990-79D0-331ED4AA93E8}"/>
              </a:ext>
            </a:extLst>
          </p:cNvPr>
          <p:cNvSpPr>
            <a:spLocks noGrp="1"/>
          </p:cNvSpPr>
          <p:nvPr/>
        </p:nvSpPr>
        <p:spPr>
          <a:xfrm>
            <a:off x="3399450" y="1961501"/>
            <a:ext cx="5393100" cy="29349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22" name="Объект 19">
            <a:extLst>
              <a:ext uri="{FF2B5EF4-FFF2-40B4-BE49-F238E27FC236}">
                <a16:creationId xmlns:a16="http://schemas.microsoft.com/office/drawing/2014/main" id="{14DC8836-C2DB-9990-79D0-331ED4AA93E8}"/>
              </a:ext>
            </a:extLst>
          </p:cNvPr>
          <p:cNvSpPr>
            <a:spLocks noGrp="1"/>
          </p:cNvSpPr>
          <p:nvPr/>
        </p:nvSpPr>
        <p:spPr>
          <a:xfrm>
            <a:off x="3551850" y="2113901"/>
            <a:ext cx="5393100" cy="29349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938250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Прямоугольник 9">
            <a:extLst>
              <a:ext uri="{FF2B5EF4-FFF2-40B4-BE49-F238E27FC236}">
                <a16:creationId xmlns:a16="http://schemas.microsoft.com/office/drawing/2014/main" id="{379F11E2-8BA5-4C5C-AE7C-361E5EA01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7C00E1DA-EC7C-40FC-95E3-11FDCD2E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9A421166-2996-41A7-B094-AE5316F34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FDBB1B92-A3EB-43E4-8FAB-D20E8ED14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3F3972F4-FE7E-48EA-AAD8-9BE5750A6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221614E5-870B-4D5E-A43B-8FF7E53234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87E73C-2B1A-4602-BFBE-CFE1E55D9B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96275" y="1419226"/>
            <a:ext cx="3081576" cy="1746762"/>
          </a:xfrm>
        </p:spPr>
        <p:txBody>
          <a:bodyPr rtlCol="0">
            <a:normAutofit/>
          </a:bodyPr>
          <a:lstStyle/>
          <a:p>
            <a:pPr rtl="0"/>
            <a:r>
              <a:rPr lang="ru-RU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Спасибо за внимание!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9CB511D-EA45-4336-847C-1252667143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96275" y="3505095"/>
            <a:ext cx="3081576" cy="2629006"/>
          </a:xfrm>
        </p:spPr>
        <p:txBody>
          <a:bodyPr rtlCol="0">
            <a:normAutofit/>
          </a:bodyPr>
          <a:lstStyle/>
          <a:p>
            <a:pPr rtl="0"/>
            <a:endParaRPr lang="ru-RU" dirty="0">
              <a:solidFill>
                <a:schemeClr val="bg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rtl="0"/>
            <a:endParaRPr lang="ru-RU" dirty="0">
              <a:solidFill>
                <a:schemeClr val="bg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Рисунок 4" descr="Числа">
            <a:extLst>
              <a:ext uri="{FF2B5EF4-FFF2-40B4-BE49-F238E27FC236}">
                <a16:creationId xmlns:a16="http://schemas.microsoft.com/office/drawing/2014/main" id="{A21EA617-6D48-425F-97A8-7FEC82C8F40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89" r="9642" b="1"/>
          <a:stretch/>
        </p:blipFill>
        <p:spPr>
          <a:xfrm>
            <a:off x="446534" y="723899"/>
            <a:ext cx="7498616" cy="567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347425"/>
      </p:ext>
    </p:extLst>
  </p:cSld>
  <p:clrMapOvr>
    <a:masterClrMapping/>
  </p:clrMapOvr>
</p:sld>
</file>

<file path=ppt/theme/theme1.xml><?xml version="1.0" encoding="utf-8"?>
<a:theme xmlns:a="http://schemas.openxmlformats.org/drawingml/2006/main" name="Пользовательские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1209203_TF56390039_Win32" id="{FCB14B3E-2B92-48B8-A334-05E7A8EE34E1}" vid="{B6EC9E21-8C82-4EB1-BBE7-A370F785D0CA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Техническое оформление</Template>
  <TotalTime>95</TotalTime>
  <Words>94</Words>
  <Application>Microsoft Office PowerPoint</Application>
  <PresentationFormat>Широкоэкранный</PresentationFormat>
  <Paragraphs>30</Paragraphs>
  <Slides>5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9" baseType="lpstr">
      <vt:lpstr>Arial</vt:lpstr>
      <vt:lpstr>Calibri</vt:lpstr>
      <vt:lpstr>Wingdings 2</vt:lpstr>
      <vt:lpstr>Пользовательские</vt:lpstr>
      <vt:lpstr>Бурканов кудайберди</vt:lpstr>
      <vt:lpstr>МЕСТО ГДЕ БЫЛО ПРОЙДЕНА ПРАКТИКА</vt:lpstr>
      <vt:lpstr>САЙТ что было разработано в ходе практики</vt:lpstr>
      <vt:lpstr>О САЙТЕ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kydash1212 kydaiberdi</dc:creator>
  <cp:lastModifiedBy>kydash1212 kydaiberdi</cp:lastModifiedBy>
  <cp:revision>1</cp:revision>
  <dcterms:created xsi:type="dcterms:W3CDTF">2026-02-25T06:50:54Z</dcterms:created>
  <dcterms:modified xsi:type="dcterms:W3CDTF">2026-02-25T08:26:11Z</dcterms:modified>
</cp:coreProperties>
</file>